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FloorGuide, one slide for the stakeholder panel. Built from docs/one_pager.html, which was built from spec.md. Four headings: the problem, what this does for you, what you do now, what stays in your control. Demo follows from the deployed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FABRICATION  ·  PLANT 2  ·  LINE 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85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FloorGuide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BE3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answer from the 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binder.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1031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floor supervisors. Ask in plain words; get the answer from the safety procedure, the maintenance manual, or the quality standard, with the page it came from, and a work order written up when a machine is due.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B2A44"/>
          </a:solidFill>
          <a:ln w="9525">
            <a:solidFill>
              <a:srgbClr val="2B3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33329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procedures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61188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B2A44"/>
          </a:solidFill>
          <a:ln w="9525">
            <a:solidFill>
              <a:srgbClr val="2B3B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3698748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manuals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B2A44"/>
          </a:solidFill>
          <a:ln w="9525">
            <a:solidFill>
              <a:srgbClr val="2B3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4064508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977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standards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A8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Prototype. Every document, machine, and person here is invented. Nothing leaves without your click.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0" y="3200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94760" y="45720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457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429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777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machine acts up on Line 3, Dana has three binders that might hold the answer. Today it is a walk to the office, a guess, or whoever is nearby.</a:t>
            </a:r>
            <a:endParaRPr lang="en-US" sz="8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on the wall and the manual in the drawer disagree, and nothing says which one wins. A wrong guess on a safety step is not a paperwork problem.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55080" y="3200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45720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457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429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for you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7772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right binder, answers from it, and shows the document, the passage, and the kind of source.</a:t>
            </a:r>
            <a:endParaRPr lang="en-US" sz="850" dirty="0"/>
          </a:p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documents disagree, says which governs and which is out of date.</a:t>
            </a:r>
            <a:endParaRPr lang="en-US" sz="850" dirty="0"/>
          </a:p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service-due from meter readings by fixed arithmetic, never a guess; a bad reading gets a refusal.</a:t>
            </a:r>
            <a:endParaRPr lang="en-US" sz="850" dirty="0"/>
          </a:p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work order when service is due.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0" y="22860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242316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94760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2395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do now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794760" y="2743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way you would ask a colleague.</a:t>
            </a:r>
            <a:endParaRPr lang="en-US" sz="850" dirty="0"/>
          </a:p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answer and its source.</a:t>
            </a:r>
            <a:endParaRPr lang="en-US" sz="850" dirty="0"/>
          </a:p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the drafted work order.</a:t>
            </a:r>
            <a:endParaRPr lang="en-US" sz="850" dirty="0"/>
          </a:p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your line once; it remembers.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55080" y="22860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9525">
            <a:solidFill>
              <a:srgbClr val="243047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92240" y="242316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2395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stays in your control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2743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filed or changed without your Approve; Reject throws the draft away.</a:t>
            </a:r>
            <a:endParaRPr lang="en-US" sz="850" dirty="0"/>
          </a:p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says to skip a safety step and cannot approve anything itself.</a:t>
            </a:r>
            <a:endParaRPr lang="en-US" sz="850" dirty="0"/>
          </a:p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that tries to give it orders is thrown out before it is read; the screen says so.</a:t>
            </a:r>
            <a:endParaRPr lang="en-US" sz="850" dirty="0"/>
          </a:p>
          <a:p>
            <a:pPr marL="139700" indent="-139700">
              <a:lnSpc>
                <a:spcPct val="102000"/>
              </a:lnSpc>
              <a:spcAft>
                <a:spcPts val="250"/>
              </a:spcAft>
              <a:buSzPct val="100000"/>
              <a:buChar char="●"/>
            </a:pPr>
            <a:r>
              <a:rPr lang="en-US" sz="8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was graded against an answer key first.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0" y="416052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BFA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94760" y="423367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question. A walk to the office. A guess between two documents that disagree.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26480" y="416052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26480" y="4160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675120" y="41605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EFBF7"/>
          </a:solidFill>
          <a:ln w="9525">
            <a:solidFill>
              <a:srgbClr val="BFEBD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12280" y="4233672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question. One answer with its source. One button. The safety procedure always wins.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FloorGuide — one slide</dc:title>
  <dc:subject>PptxGenJS Presentation</dc:subject>
  <dc:creator>PptxGenJS</dc:creator>
  <cp:lastModifiedBy>PptxGenJS</cp:lastModifiedBy>
  <cp:revision>1</cp:revision>
  <dcterms:created xsi:type="dcterms:W3CDTF">2026-09-26T17:13:29Z</dcterms:created>
  <dcterms:modified xsi:type="dcterms:W3CDTF">2026-09-26T17:13:29Z</dcterms:modified>
</cp:coreProperties>
</file>